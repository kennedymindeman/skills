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Platform team -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 sev-2 outages in August.</a:t>
            </a:r>
          </a:p>
          <a:p>
            <a:r>
              <a:t>Action: Priya to add alerting on queue depth by Oct 20.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Search reindex slipped to Q4.</a:t>
            </a:r>
          </a:p>
          <a:p>
            <a:r>
              <a:t>Action: Marcus to publish revised reindex plan by Oct 15.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SRE offer accepted.</a:t>
            </a:r>
          </a:p>
          <a:p>
            <a:r>
              <a:t>Action: Lee to schedule onboarding for Nov 3 start.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